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Create Presentation About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Proposal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This document provides a comprehensive overview of create presentation about machine learning, including market analysis, key features, implementation strategy,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 today's rapidly evolving landscape, create presentation about machine learning has emerged as a critical solution. This proposal outlines the key aspects and strategic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Current market trends indicate strong demand and growth potential.</a:t>
            </a:r>
          </a:p>
          <a:p>
            <a:pPr lvl="1">
              <a:defRPr sz="1400"/>
            </a:pPr>
            <a:r>
              <a:t>Growing market demand for create presentation about machine learning</a:t>
            </a:r>
          </a:p>
          <a:p>
            <a:pPr lvl="1">
              <a:defRPr sz="1400"/>
            </a:pPr>
            <a:r>
              <a:t>Focus on user experience and accessibility</a:t>
            </a:r>
          </a:p>
          <a:p>
            <a:pPr lvl="1">
              <a:defRPr sz="1400"/>
            </a:pPr>
            <a:r>
              <a:t>Integration with existing systems</a:t>
            </a:r>
          </a:p>
          <a:p>
            <a:pPr lvl="1">
              <a:defRPr sz="1400"/>
            </a:pPr>
            <a:r>
              <a:t>Cost-effective implementation</a:t>
            </a:r>
          </a:p>
          <a:p>
            <a:pPr lvl="1">
              <a:defRPr sz="1400"/>
            </a:pPr>
            <a:r>
              <a:t>Scalable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solution includes several essential features:</a:t>
            </a:r>
          </a:p>
          <a:p>
            <a:pPr lvl="1">
              <a:defRPr sz="1400"/>
            </a:pPr>
            <a:r>
              <a:t>User-friendly interface</a:t>
            </a:r>
          </a:p>
          <a:p>
            <a:pPr lvl="1">
              <a:defRPr sz="1400"/>
            </a:pPr>
            <a:r>
              <a:t>Scalable architecture</a:t>
            </a:r>
          </a:p>
          <a:p>
            <a:pPr lvl="1">
              <a:defRPr sz="1400"/>
            </a:pPr>
            <a:r>
              <a:t>Robust security measures</a:t>
            </a:r>
          </a:p>
          <a:p>
            <a:pPr lvl="1">
              <a:defRPr sz="1400"/>
            </a:pPr>
            <a:r>
              <a:t>Integration capabilities</a:t>
            </a:r>
          </a:p>
          <a:p>
            <a:pPr lvl="1">
              <a:defRPr sz="1400"/>
            </a:pPr>
            <a:r>
              <a:t>Real-time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Phased approach to ensure smooth deployment:</a:t>
            </a:r>
          </a:p>
          <a:p>
            <a:pPr lvl="1">
              <a:defRPr sz="1400"/>
            </a:pPr>
            <a:r>
              <a:t>Phase 1: Planning and Design (2-3 weeks)</a:t>
            </a:r>
          </a:p>
          <a:p>
            <a:pPr lvl="1">
              <a:defRPr sz="1400"/>
            </a:pPr>
            <a:r>
              <a:t>Phase 2: Development (4-6 weeks)</a:t>
            </a:r>
          </a:p>
          <a:p>
            <a:pPr lvl="1">
              <a:defRPr sz="1400"/>
            </a:pPr>
            <a:r>
              <a:t>Phase 3: Testing and QA (2 weeks)</a:t>
            </a:r>
          </a:p>
          <a:p>
            <a:pPr lvl="1">
              <a:defRPr sz="1400"/>
            </a:pPr>
            <a:r>
              <a:t>Phase 4: Deployment and Training (1-2 weeks)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Resource allocation and project timeline details.</a:t>
            </a:r>
          </a:p>
          <a:p>
            <a:pPr lvl="1">
              <a:defRPr sz="1400"/>
            </a:pPr>
            <a:r>
              <a:t>Total Budget: $XXX,XXX</a:t>
            </a:r>
          </a:p>
          <a:p>
            <a:pPr lvl="1">
              <a:defRPr sz="1400"/>
            </a:pPr>
            <a:r>
              <a:t>Timeline: 3-4 months</a:t>
            </a:r>
          </a:p>
          <a:p>
            <a:pPr lvl="1">
              <a:defRPr sz="1400"/>
            </a:pPr>
            <a:r>
              <a:t>Team Size: X members</a:t>
            </a:r>
          </a:p>
          <a:p>
            <a:pPr lvl="1">
              <a:defRPr sz="1400"/>
            </a:pPr>
            <a:r>
              <a:t>ROI Expected: XX% within 12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proposed create presentation about machine learning solution offers significant value and aligns with strategic objectives. We recommend proceeding with implementation as outlined.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